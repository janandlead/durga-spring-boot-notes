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B1AF-77A5-BC03-49F0-2C9EA0390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1E838-B0C3-0DE4-4BFE-2984B3683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EE7E-01AE-1EEA-24CE-C3710DD0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463AF-3F8F-1058-73C2-A8FCB7C4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D621-1043-6ECE-E063-30B0351D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08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E9D3-6D1E-900F-8F1F-E1623157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6E5A-D206-77B4-5479-C6B055857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404A1-7635-E2EF-4366-A0B7375C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07399-31B4-5420-BAFF-7A9FA9B2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746E0-6B1E-BF01-3F81-725D7D12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8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1BD0-F2D6-C495-49A8-15E74A4C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CDE52-4957-902D-5B39-A4E4B321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70C5D-4230-2341-EB69-D938EEC9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AFC03-A2DA-BDA7-CC3E-05D73EF4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FA1A-0BC4-AB0D-8617-D045B963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89D6-6006-839E-19A1-DAE84575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67456-E8D6-B056-753F-406220EA1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314A4-D222-CCB1-CB7B-FDFACAA28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124FE-2540-9E80-7809-4B920CB8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5270F-95FA-EFFB-C14B-24E04D20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35AF4-0050-FBFB-928A-8B1F3227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6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38A7-02C7-2323-DDD7-07093E1D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72F4A-E9D9-16D6-815B-32D04814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A232C-5758-8CC4-2A32-CF43E13E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7BEC2-9A37-C37A-968E-4E18F170C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1115C-7F66-0654-EBAF-FAB08483F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415849-F92E-B6B1-9637-4656F5AEE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76F74-3C26-03EF-92DD-AF1CF996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718BC-FA01-73E4-B44B-5AB15A3B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219F-F72E-C7D0-D553-CB0BF554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89A0F-FB98-CD45-9619-E85AFA9B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7EF50-C7FD-10B8-E150-2B5B52E2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C6DE8-31A1-EF75-7BD7-45B96371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8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B6B63-3BFA-E6CC-812F-6D3EA0F9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12388-7C5C-2724-93B2-5A80A6E4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287C5-8D93-D8C7-40F4-FCA4D2FA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00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D7BE-AA76-4C0D-6EA7-32CDF44E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45A6-0087-8E6F-0327-F46CF3B02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0A836-5CC6-E733-14C0-73E020CA1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7A6F7-850D-CE07-C0D3-5D97C140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754D0-67AD-3397-312B-C6EF705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1D5C4-8183-5AC7-59FF-501534AD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7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2251-5697-E3F0-EBE2-A2872D8C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FDA6E-594A-4E20-25FE-BFC138CD4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45D14-61BA-279C-31ED-935E2D915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528A2-D5E0-DC87-B5E8-848A5A07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0C441-FF1E-7C01-F7D4-B8C81F58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D0258-E7DC-6B03-5E2F-90A2D68D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0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268D-9217-F5B9-422C-29705196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2B024-A077-9E51-E6D0-B65EB7BC8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4D2F1-1F8F-9D4F-D9C5-14A3CC24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A7D6D-7936-080B-653B-B81E18F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22C74-90F0-D174-4E8F-81BFCEEC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4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46ECCE-52B3-7E7F-659F-1CB08CABF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F5972-4ED3-3C4E-4604-8F27BDD28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028FC-E7BB-C8E9-B214-39D528B5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54BE8-062B-589A-C442-F09520B5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C6AFF-3968-3360-7B51-1B97EDDB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1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F97ED-F3B9-F292-34DB-B1A00FA0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FE665-B7B6-24BF-A8CC-59DAB106C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B64D4-DB2D-3F32-5049-59C20827D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12BE2-1744-4A22-B1FA-741325FB6CFC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054B8-AFEB-36CF-D890-266A96D5A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651A0-A7EF-0F75-0B23-BDE44E506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9C2B6-4E8D-4516-9DE7-987D72042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08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AD881-827A-AA74-B7CD-AEA0BC3CD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4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CCFE0-758D-4CBA-4D3E-1DBC9C2FE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0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04BAB-EBEC-6F1E-A7CE-B217FCED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098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9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F1C6C0-B9A2-E039-246E-AAF55D363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6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Jangali</dc:creator>
  <cp:lastModifiedBy>Anand Jangali</cp:lastModifiedBy>
  <cp:revision>2</cp:revision>
  <dcterms:created xsi:type="dcterms:W3CDTF">2026-08-24T07:57:33Z</dcterms:created>
  <dcterms:modified xsi:type="dcterms:W3CDTF">2026-08-31T15:17:30Z</dcterms:modified>
</cp:coreProperties>
</file>