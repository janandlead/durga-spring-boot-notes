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D743-C442-6341-B75C-B29A284FC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2A217-FF48-9ACA-AF69-AC76345C8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EE4E9-EC96-04FD-E4E1-153B3FDCB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6FC88-BAE4-82F0-FC6C-8DBA5CC0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86C3-8DEE-3EC3-5494-52B63B685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179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D24A0-D3FF-F9F8-7AB0-2DFA0E8A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B569F-31FF-CBC8-428A-CE396BC58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3C5CB-5D05-4708-0CBE-99A873355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E9A84-46C6-569C-D1C9-5B684F6B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AA986-70C3-9FF0-4C5B-7B6080493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23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B0A2-4BD0-FB78-01F4-B62AD5D6F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FB3F0-4EC8-A1B5-F874-0A96DF1B4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DE96E-D1BA-970B-3E6E-67F0A7CA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516A-3826-A962-0B0D-4B0DCF9F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AFF6C-5C7F-5A59-6AF1-F53784F7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0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6355-AC58-4358-0A37-F609C159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AB1FC-9919-6BEB-94C1-852418B09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40DE3-E61A-081F-9EF5-DF68A9697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DC797-FE92-EC50-3EA4-305BC3A3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08532-A4B9-3DF4-64AA-16D25150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38C20-16CC-05B5-43EF-51C5626F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17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4505-B3E4-4874-BBAC-766F0B8A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CE2AA-7D57-AE82-5769-962835CDF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E087A-8601-E8EC-2570-9877ECD58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C5D3A-E3B7-E58C-C523-589D56D6B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43D415-B320-3485-7279-623B878F9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64D2BA-FE04-A480-AF95-2BA30613B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8735E-A846-4811-5D90-7ECAF7F3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CD140-ABE9-EB83-1816-4CE00F78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47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3DE0-1DFA-D77C-5123-44244941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F604C0-141D-3119-7BD1-329F4C0B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5BD65-F6F5-01B7-AB07-394E41F1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BB5A6-6F4D-DF7A-2C63-1A32912D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342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105D8-F975-9BB7-C15E-59DBFE71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86ABA4-9B91-1EB8-0553-0F6FC962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0A134-FE51-3709-EAF4-880B8517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195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D999D-9651-9506-F358-07BC7D7C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6660F-3D74-B42C-D804-F682BD44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C60C3-2F5C-3E8E-C9E5-7D3DE2F9E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0EB10-9434-9B70-C8CF-D27DF7AE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52D34-F37F-80C5-B985-DAAEE316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50442-2180-462A-3277-D483D2F4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93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93BB4-9617-08C9-9B01-379AA633C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AA2FD5-29A9-4EA4-EC78-25A413BC6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20925-A53E-B80E-D52C-0A9B96A35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5C297-3760-F312-FC98-57AA5AD4E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53953-9DDF-7A6D-411C-AC00A756D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630B7-C9AD-302F-51B2-48CE2A23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23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2372-3F80-5F7A-C06E-00671D81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40CB2-8367-295D-CB58-19BEA7A09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B0CF4-764D-92D1-C693-4A2DFC51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09EF2-AB4F-C5BC-6612-3F880A66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F4CE-1450-9639-82B9-17FB31B3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42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A6A67-1B10-2985-4EB2-0DC566C85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90AD1-3D55-AF0A-92F2-A6EACD70E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9AD06-9177-F1E8-2937-F8184B20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13F18-A9BB-EEFB-35B9-86B2C7ED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D642D-7350-51EB-6313-9504A546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308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A304B7-0302-47E6-FEE5-1D9E8F586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A02A6-132E-6337-FC66-C1F7F54A9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BBE45-78EA-A48A-20D4-DD05A0B82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CF94D-51A4-44F3-9CCA-454476201AD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3EFEA-585A-3EBA-BB67-564EED548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FF871-2CE2-23B7-802F-DA0F3EC26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6A677-3D1B-4AB9-AACE-32F7721C2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51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62A44-F5BA-ED1B-7E14-A6FD9D53D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FC352-2D43-FCFB-A932-54FAAF33B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D92AE-7715-2971-BF29-E371246B0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39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Jangali</dc:creator>
  <cp:lastModifiedBy>Anand Jangali</cp:lastModifiedBy>
  <cp:revision>1</cp:revision>
  <dcterms:created xsi:type="dcterms:W3CDTF">2026-09-07T07:16:19Z</dcterms:created>
  <dcterms:modified xsi:type="dcterms:W3CDTF">2026-09-07T07:18:21Z</dcterms:modified>
</cp:coreProperties>
</file>